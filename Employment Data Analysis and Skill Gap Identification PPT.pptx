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1" r:id="rId2"/>
    <p:sldId id="257" r:id="rId3"/>
    <p:sldId id="270" r:id="rId4"/>
    <p:sldId id="269" r:id="rId5"/>
    <p:sldId id="268" r:id="rId6"/>
    <p:sldId id="258" r:id="rId7"/>
    <p:sldId id="259" r:id="rId8"/>
    <p:sldId id="260" r:id="rId9"/>
    <p:sldId id="261" r:id="rId10"/>
    <p:sldId id="262" r:id="rId11"/>
    <p:sldId id="263" r:id="rId12"/>
    <p:sldId id="264" r:id="rId13"/>
    <p:sldId id="265" r:id="rId14"/>
    <p:sldId id="266" r:id="rId15"/>
    <p:sldId id="267"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7FA4F4-EF20-40BA-8119-EE9C17DAECA0}" v="88" dt="2025-12-14T18:53:14.6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4" autoAdjust="0"/>
    <p:restoredTop sz="94660"/>
  </p:normalViewPr>
  <p:slideViewPr>
    <p:cSldViewPr snapToGrid="0" snapToObjects="1">
      <p:cViewPr varScale="1">
        <p:scale>
          <a:sx n="63" d="100"/>
          <a:sy n="63" d="100"/>
        </p:scale>
        <p:origin x="1488" y="5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jna Mondal" userId="d78537f09c46ab68" providerId="LiveId" clId="{56C0C4A2-45E9-485D-9A46-1A9BAB019A7C}"/>
    <pc:docChg chg="custSel addSld delSld modSld sldOrd">
      <pc:chgData name="Prajna Mondal" userId="d78537f09c46ab68" providerId="LiveId" clId="{56C0C4A2-45E9-485D-9A46-1A9BAB019A7C}" dt="2025-12-15T11:52:55.360" v="779" actId="20577"/>
      <pc:docMkLst>
        <pc:docMk/>
      </pc:docMkLst>
      <pc:sldChg chg="modSp del modTransition">
        <pc:chgData name="Prajna Mondal" userId="d78537f09c46ab68" providerId="LiveId" clId="{56C0C4A2-45E9-485D-9A46-1A9BAB019A7C}" dt="2025-12-14T18:43:18.055" v="680" actId="47"/>
        <pc:sldMkLst>
          <pc:docMk/>
          <pc:sldMk cId="0" sldId="256"/>
        </pc:sldMkLst>
        <pc:spChg chg="mod">
          <ac:chgData name="Prajna Mondal" userId="d78537f09c46ab68" providerId="LiveId" clId="{56C0C4A2-45E9-485D-9A46-1A9BAB019A7C}" dt="2025-12-14T17:57:46.248" v="0"/>
          <ac:spMkLst>
            <pc:docMk/>
            <pc:sldMk cId="0" sldId="256"/>
            <ac:spMk id="2" creationId="{00000000-0000-0000-0000-000000000000}"/>
          </ac:spMkLst>
        </pc:spChg>
        <pc:spChg chg="mod">
          <ac:chgData name="Prajna Mondal" userId="d78537f09c46ab68" providerId="LiveId" clId="{56C0C4A2-45E9-485D-9A46-1A9BAB019A7C}" dt="2025-12-14T17:57:46.248" v="0"/>
          <ac:spMkLst>
            <pc:docMk/>
            <pc:sldMk cId="0" sldId="256"/>
            <ac:spMk id="3" creationId="{00000000-0000-0000-0000-000000000000}"/>
          </ac:spMkLst>
        </pc:spChg>
      </pc:sldChg>
      <pc:sldChg chg="addSp delSp modSp mod modTransition">
        <pc:chgData name="Prajna Mondal" userId="d78537f09c46ab68" providerId="LiveId" clId="{56C0C4A2-45E9-485D-9A46-1A9BAB019A7C}" dt="2025-12-14T18:02:37.421" v="32" actId="207"/>
        <pc:sldMkLst>
          <pc:docMk/>
          <pc:sldMk cId="0" sldId="257"/>
        </pc:sldMkLst>
        <pc:spChg chg="mod">
          <ac:chgData name="Prajna Mondal" userId="d78537f09c46ab68" providerId="LiveId" clId="{56C0C4A2-45E9-485D-9A46-1A9BAB019A7C}" dt="2025-12-14T18:02:37.421" v="32" actId="207"/>
          <ac:spMkLst>
            <pc:docMk/>
            <pc:sldMk cId="0" sldId="257"/>
            <ac:spMk id="2" creationId="{00000000-0000-0000-0000-000000000000}"/>
          </ac:spMkLst>
        </pc:spChg>
        <pc:spChg chg="add del mod">
          <ac:chgData name="Prajna Mondal" userId="d78537f09c46ab68" providerId="LiveId" clId="{56C0C4A2-45E9-485D-9A46-1A9BAB019A7C}" dt="2025-12-14T18:01:36.312" v="23" actId="478"/>
          <ac:spMkLst>
            <pc:docMk/>
            <pc:sldMk cId="0" sldId="257"/>
            <ac:spMk id="3" creationId="{00000000-0000-0000-0000-000000000000}"/>
          </ac:spMkLst>
        </pc:spChg>
        <pc:spChg chg="add mod">
          <ac:chgData name="Prajna Mondal" userId="d78537f09c46ab68" providerId="LiveId" clId="{56C0C4A2-45E9-485D-9A46-1A9BAB019A7C}" dt="2025-12-14T18:01:11.929" v="15" actId="478"/>
          <ac:spMkLst>
            <pc:docMk/>
            <pc:sldMk cId="0" sldId="257"/>
            <ac:spMk id="4" creationId="{184DC2AB-9874-6845-5CEE-5248597133AC}"/>
          </ac:spMkLst>
        </pc:spChg>
        <pc:spChg chg="add mod">
          <ac:chgData name="Prajna Mondal" userId="d78537f09c46ab68" providerId="LiveId" clId="{56C0C4A2-45E9-485D-9A46-1A9BAB019A7C}" dt="2025-12-14T18:01:23.751" v="20" actId="478"/>
          <ac:spMkLst>
            <pc:docMk/>
            <pc:sldMk cId="0" sldId="257"/>
            <ac:spMk id="5" creationId="{36A17D84-B033-C3FB-E106-62EFEA08F56A}"/>
          </ac:spMkLst>
        </pc:spChg>
        <pc:spChg chg="add mod">
          <ac:chgData name="Prajna Mondal" userId="d78537f09c46ab68" providerId="LiveId" clId="{56C0C4A2-45E9-485D-9A46-1A9BAB019A7C}" dt="2025-12-14T18:01:58.349" v="27" actId="255"/>
          <ac:spMkLst>
            <pc:docMk/>
            <pc:sldMk cId="0" sldId="257"/>
            <ac:spMk id="6" creationId="{930AED54-1104-3805-0945-A16171E4B556}"/>
          </ac:spMkLst>
        </pc:spChg>
        <pc:picChg chg="add del mod">
          <ac:chgData name="Prajna Mondal" userId="d78537f09c46ab68" providerId="LiveId" clId="{56C0C4A2-45E9-485D-9A46-1A9BAB019A7C}" dt="2025-12-14T18:01:36.312" v="23" actId="478"/>
          <ac:picMkLst>
            <pc:docMk/>
            <pc:sldMk cId="0" sldId="257"/>
            <ac:picMk id="1026" creationId="{2FA37AF4-B9B9-B151-A196-FAF367262658}"/>
          </ac:picMkLst>
        </pc:picChg>
        <pc:picChg chg="add del">
          <ac:chgData name="Prajna Mondal" userId="d78537f09c46ab68" providerId="LiveId" clId="{56C0C4A2-45E9-485D-9A46-1A9BAB019A7C}" dt="2025-12-14T18:01:19.621" v="18" actId="478"/>
          <ac:picMkLst>
            <pc:docMk/>
            <pc:sldMk cId="0" sldId="257"/>
            <ac:picMk id="1028" creationId="{3AC39650-5989-2805-47EC-7E3E69735FC9}"/>
          </ac:picMkLst>
        </pc:picChg>
        <pc:picChg chg="add mod">
          <ac:chgData name="Prajna Mondal" userId="d78537f09c46ab68" providerId="LiveId" clId="{56C0C4A2-45E9-485D-9A46-1A9BAB019A7C}" dt="2025-12-14T18:02:24.899" v="30" actId="14100"/>
          <ac:picMkLst>
            <pc:docMk/>
            <pc:sldMk cId="0" sldId="257"/>
            <ac:picMk id="1030" creationId="{98F2AD2D-120C-7B75-5ED4-9B85A09E163B}"/>
          </ac:picMkLst>
        </pc:picChg>
      </pc:sldChg>
      <pc:sldChg chg="addSp delSp modSp mod modTransition">
        <pc:chgData name="Prajna Mondal" userId="d78537f09c46ab68" providerId="LiveId" clId="{56C0C4A2-45E9-485D-9A46-1A9BAB019A7C}" dt="2025-12-15T11:52:55.360" v="779" actId="20577"/>
        <pc:sldMkLst>
          <pc:docMk/>
          <pc:sldMk cId="0" sldId="258"/>
        </pc:sldMkLst>
        <pc:spChg chg="mod">
          <ac:chgData name="Prajna Mondal" userId="d78537f09c46ab68" providerId="LiveId" clId="{56C0C4A2-45E9-485D-9A46-1A9BAB019A7C}" dt="2025-12-14T18:06:06.893" v="84" actId="20577"/>
          <ac:spMkLst>
            <pc:docMk/>
            <pc:sldMk cId="0" sldId="258"/>
            <ac:spMk id="2" creationId="{00000000-0000-0000-0000-000000000000}"/>
          </ac:spMkLst>
        </pc:spChg>
        <pc:spChg chg="mod">
          <ac:chgData name="Prajna Mondal" userId="d78537f09c46ab68" providerId="LiveId" clId="{56C0C4A2-45E9-485D-9A46-1A9BAB019A7C}" dt="2025-12-15T11:52:55.360" v="779" actId="20577"/>
          <ac:spMkLst>
            <pc:docMk/>
            <pc:sldMk cId="0" sldId="258"/>
            <ac:spMk id="3" creationId="{00000000-0000-0000-0000-000000000000}"/>
          </ac:spMkLst>
        </pc:spChg>
        <pc:graphicFrameChg chg="add del mod">
          <ac:chgData name="Prajna Mondal" userId="d78537f09c46ab68" providerId="LiveId" clId="{56C0C4A2-45E9-485D-9A46-1A9BAB019A7C}" dt="2025-12-14T18:06:39.936" v="87" actId="478"/>
          <ac:graphicFrameMkLst>
            <pc:docMk/>
            <pc:sldMk cId="0" sldId="258"/>
            <ac:graphicFrameMk id="4" creationId="{2A7358EE-3C74-446B-37A1-2F884B6E3D18}"/>
          </ac:graphicFrameMkLst>
        </pc:graphicFrameChg>
      </pc:sldChg>
      <pc:sldChg chg="modSp mod modTransition">
        <pc:chgData name="Prajna Mondal" userId="d78537f09c46ab68" providerId="LiveId" clId="{56C0C4A2-45E9-485D-9A46-1A9BAB019A7C}" dt="2025-12-14T18:36:53.629" v="664"/>
        <pc:sldMkLst>
          <pc:docMk/>
          <pc:sldMk cId="0" sldId="259"/>
        </pc:sldMkLst>
        <pc:spChg chg="mod">
          <ac:chgData name="Prajna Mondal" userId="d78537f09c46ab68" providerId="LiveId" clId="{56C0C4A2-45E9-485D-9A46-1A9BAB019A7C}" dt="2025-12-14T18:12:12.331" v="287" actId="2711"/>
          <ac:spMkLst>
            <pc:docMk/>
            <pc:sldMk cId="0" sldId="259"/>
            <ac:spMk id="2" creationId="{00000000-0000-0000-0000-000000000000}"/>
          </ac:spMkLst>
        </pc:spChg>
        <pc:spChg chg="mod">
          <ac:chgData name="Prajna Mondal" userId="d78537f09c46ab68" providerId="LiveId" clId="{56C0C4A2-45E9-485D-9A46-1A9BAB019A7C}" dt="2025-12-14T18:11:50.528" v="283" actId="20577"/>
          <ac:spMkLst>
            <pc:docMk/>
            <pc:sldMk cId="0" sldId="259"/>
            <ac:spMk id="3" creationId="{00000000-0000-0000-0000-000000000000}"/>
          </ac:spMkLst>
        </pc:spChg>
      </pc:sldChg>
      <pc:sldChg chg="addSp modSp mod modTransition">
        <pc:chgData name="Prajna Mondal" userId="d78537f09c46ab68" providerId="LiveId" clId="{56C0C4A2-45E9-485D-9A46-1A9BAB019A7C}" dt="2025-12-15T11:19:26.446" v="750" actId="20577"/>
        <pc:sldMkLst>
          <pc:docMk/>
          <pc:sldMk cId="0" sldId="260"/>
        </pc:sldMkLst>
        <pc:spChg chg="mod">
          <ac:chgData name="Prajna Mondal" userId="d78537f09c46ab68" providerId="LiveId" clId="{56C0C4A2-45E9-485D-9A46-1A9BAB019A7C}" dt="2025-12-14T18:12:49.494" v="308" actId="2711"/>
          <ac:spMkLst>
            <pc:docMk/>
            <pc:sldMk cId="0" sldId="260"/>
            <ac:spMk id="2" creationId="{00000000-0000-0000-0000-000000000000}"/>
          </ac:spMkLst>
        </pc:spChg>
        <pc:spChg chg="mod">
          <ac:chgData name="Prajna Mondal" userId="d78537f09c46ab68" providerId="LiveId" clId="{56C0C4A2-45E9-485D-9A46-1A9BAB019A7C}" dt="2025-12-15T11:19:26.446" v="750" actId="20577"/>
          <ac:spMkLst>
            <pc:docMk/>
            <pc:sldMk cId="0" sldId="260"/>
            <ac:spMk id="3" creationId="{00000000-0000-0000-0000-000000000000}"/>
          </ac:spMkLst>
        </pc:spChg>
        <pc:picChg chg="add mod">
          <ac:chgData name="Prajna Mondal" userId="d78537f09c46ab68" providerId="LiveId" clId="{56C0C4A2-45E9-485D-9A46-1A9BAB019A7C}" dt="2025-12-14T18:16:33.991" v="364" actId="1076"/>
          <ac:picMkLst>
            <pc:docMk/>
            <pc:sldMk cId="0" sldId="260"/>
            <ac:picMk id="3074" creationId="{8E0578A6-4FBE-1AD6-F0D8-34C1C677D2F1}"/>
          </ac:picMkLst>
        </pc:picChg>
      </pc:sldChg>
      <pc:sldChg chg="modSp mod modTransition">
        <pc:chgData name="Prajna Mondal" userId="d78537f09c46ab68" providerId="LiveId" clId="{56C0C4A2-45E9-485D-9A46-1A9BAB019A7C}" dt="2025-12-14T18:37:39.213" v="671"/>
        <pc:sldMkLst>
          <pc:docMk/>
          <pc:sldMk cId="0" sldId="261"/>
        </pc:sldMkLst>
        <pc:spChg chg="mod">
          <ac:chgData name="Prajna Mondal" userId="d78537f09c46ab68" providerId="LiveId" clId="{56C0C4A2-45E9-485D-9A46-1A9BAB019A7C}" dt="2025-12-14T18:21:03.155" v="397" actId="20577"/>
          <ac:spMkLst>
            <pc:docMk/>
            <pc:sldMk cId="0" sldId="261"/>
            <ac:spMk id="2" creationId="{00000000-0000-0000-0000-000000000000}"/>
          </ac:spMkLst>
        </pc:spChg>
        <pc:spChg chg="mod">
          <ac:chgData name="Prajna Mondal" userId="d78537f09c46ab68" providerId="LiveId" clId="{56C0C4A2-45E9-485D-9A46-1A9BAB019A7C}" dt="2025-12-14T17:57:46.248" v="0"/>
          <ac:spMkLst>
            <pc:docMk/>
            <pc:sldMk cId="0" sldId="261"/>
            <ac:spMk id="3" creationId="{00000000-0000-0000-0000-000000000000}"/>
          </ac:spMkLst>
        </pc:spChg>
      </pc:sldChg>
      <pc:sldChg chg="addSp modSp mod modTransition">
        <pc:chgData name="Prajna Mondal" userId="d78537f09c46ab68" providerId="LiveId" clId="{56C0C4A2-45E9-485D-9A46-1A9BAB019A7C}" dt="2025-12-14T18:37:49.439" v="672"/>
        <pc:sldMkLst>
          <pc:docMk/>
          <pc:sldMk cId="0" sldId="262"/>
        </pc:sldMkLst>
        <pc:spChg chg="mod">
          <ac:chgData name="Prajna Mondal" userId="d78537f09c46ab68" providerId="LiveId" clId="{56C0C4A2-45E9-485D-9A46-1A9BAB019A7C}" dt="2025-12-14T18:21:31.725" v="401" actId="2711"/>
          <ac:spMkLst>
            <pc:docMk/>
            <pc:sldMk cId="0" sldId="262"/>
            <ac:spMk id="2" creationId="{00000000-0000-0000-0000-000000000000}"/>
          </ac:spMkLst>
        </pc:spChg>
        <pc:spChg chg="mod">
          <ac:chgData name="Prajna Mondal" userId="d78537f09c46ab68" providerId="LiveId" clId="{56C0C4A2-45E9-485D-9A46-1A9BAB019A7C}" dt="2025-12-14T18:22:43.851" v="423" actId="14100"/>
          <ac:spMkLst>
            <pc:docMk/>
            <pc:sldMk cId="0" sldId="262"/>
            <ac:spMk id="3" creationId="{00000000-0000-0000-0000-000000000000}"/>
          </ac:spMkLst>
        </pc:spChg>
        <pc:picChg chg="add mod">
          <ac:chgData name="Prajna Mondal" userId="d78537f09c46ab68" providerId="LiveId" clId="{56C0C4A2-45E9-485D-9A46-1A9BAB019A7C}" dt="2025-12-14T18:22:35.046" v="421" actId="1076"/>
          <ac:picMkLst>
            <pc:docMk/>
            <pc:sldMk cId="0" sldId="262"/>
            <ac:picMk id="6146" creationId="{A020FEB5-7B84-B7D5-150E-9F2573616BB4}"/>
          </ac:picMkLst>
        </pc:picChg>
      </pc:sldChg>
      <pc:sldChg chg="modSp mod modTransition">
        <pc:chgData name="Prajna Mondal" userId="d78537f09c46ab68" providerId="LiveId" clId="{56C0C4A2-45E9-485D-9A46-1A9BAB019A7C}" dt="2025-12-14T18:37:57.621" v="673"/>
        <pc:sldMkLst>
          <pc:docMk/>
          <pc:sldMk cId="0" sldId="263"/>
        </pc:sldMkLst>
        <pc:spChg chg="mod">
          <ac:chgData name="Prajna Mondal" userId="d78537f09c46ab68" providerId="LiveId" clId="{56C0C4A2-45E9-485D-9A46-1A9BAB019A7C}" dt="2025-12-14T18:23:14.455" v="426" actId="2711"/>
          <ac:spMkLst>
            <pc:docMk/>
            <pc:sldMk cId="0" sldId="263"/>
            <ac:spMk id="2" creationId="{00000000-0000-0000-0000-000000000000}"/>
          </ac:spMkLst>
        </pc:spChg>
        <pc:spChg chg="mod">
          <ac:chgData name="Prajna Mondal" userId="d78537f09c46ab68" providerId="LiveId" clId="{56C0C4A2-45E9-485D-9A46-1A9BAB019A7C}" dt="2025-12-14T18:26:46.682" v="579" actId="20577"/>
          <ac:spMkLst>
            <pc:docMk/>
            <pc:sldMk cId="0" sldId="263"/>
            <ac:spMk id="3" creationId="{00000000-0000-0000-0000-000000000000}"/>
          </ac:spMkLst>
        </pc:spChg>
      </pc:sldChg>
      <pc:sldChg chg="modSp mod modTransition">
        <pc:chgData name="Prajna Mondal" userId="d78537f09c46ab68" providerId="LiveId" clId="{56C0C4A2-45E9-485D-9A46-1A9BAB019A7C}" dt="2025-12-15T11:22:03.579" v="776" actId="20577"/>
        <pc:sldMkLst>
          <pc:docMk/>
          <pc:sldMk cId="0" sldId="264"/>
        </pc:sldMkLst>
        <pc:spChg chg="mod">
          <ac:chgData name="Prajna Mondal" userId="d78537f09c46ab68" providerId="LiveId" clId="{56C0C4A2-45E9-485D-9A46-1A9BAB019A7C}" dt="2025-12-14T18:28:05.326" v="595" actId="2711"/>
          <ac:spMkLst>
            <pc:docMk/>
            <pc:sldMk cId="0" sldId="264"/>
            <ac:spMk id="2" creationId="{00000000-0000-0000-0000-000000000000}"/>
          </ac:spMkLst>
        </pc:spChg>
        <pc:spChg chg="mod">
          <ac:chgData name="Prajna Mondal" userId="d78537f09c46ab68" providerId="LiveId" clId="{56C0C4A2-45E9-485D-9A46-1A9BAB019A7C}" dt="2025-12-15T11:22:03.579" v="776" actId="20577"/>
          <ac:spMkLst>
            <pc:docMk/>
            <pc:sldMk cId="0" sldId="264"/>
            <ac:spMk id="3" creationId="{00000000-0000-0000-0000-000000000000}"/>
          </ac:spMkLst>
        </pc:spChg>
      </pc:sldChg>
      <pc:sldChg chg="modSp mod modTransition">
        <pc:chgData name="Prajna Mondal" userId="d78537f09c46ab68" providerId="LiveId" clId="{56C0C4A2-45E9-485D-9A46-1A9BAB019A7C}" dt="2025-12-14T18:38:33.076" v="677"/>
        <pc:sldMkLst>
          <pc:docMk/>
          <pc:sldMk cId="0" sldId="265"/>
        </pc:sldMkLst>
        <pc:spChg chg="mod">
          <ac:chgData name="Prajna Mondal" userId="d78537f09c46ab68" providerId="LiveId" clId="{56C0C4A2-45E9-485D-9A46-1A9BAB019A7C}" dt="2025-12-14T18:28:25.299" v="598" actId="2711"/>
          <ac:spMkLst>
            <pc:docMk/>
            <pc:sldMk cId="0" sldId="265"/>
            <ac:spMk id="2" creationId="{00000000-0000-0000-0000-000000000000}"/>
          </ac:spMkLst>
        </pc:spChg>
        <pc:spChg chg="mod">
          <ac:chgData name="Prajna Mondal" userId="d78537f09c46ab68" providerId="LiveId" clId="{56C0C4A2-45E9-485D-9A46-1A9BAB019A7C}" dt="2025-12-14T17:57:46.248" v="0"/>
          <ac:spMkLst>
            <pc:docMk/>
            <pc:sldMk cId="0" sldId="265"/>
            <ac:spMk id="3" creationId="{00000000-0000-0000-0000-000000000000}"/>
          </ac:spMkLst>
        </pc:spChg>
      </pc:sldChg>
      <pc:sldChg chg="modSp mod modTransition">
        <pc:chgData name="Prajna Mondal" userId="d78537f09c46ab68" providerId="LiveId" clId="{56C0C4A2-45E9-485D-9A46-1A9BAB019A7C}" dt="2025-12-14T18:38:51.841" v="678"/>
        <pc:sldMkLst>
          <pc:docMk/>
          <pc:sldMk cId="0" sldId="266"/>
        </pc:sldMkLst>
        <pc:spChg chg="mod">
          <ac:chgData name="Prajna Mondal" userId="d78537f09c46ab68" providerId="LiveId" clId="{56C0C4A2-45E9-485D-9A46-1A9BAB019A7C}" dt="2025-12-14T18:28:38.270" v="601" actId="2711"/>
          <ac:spMkLst>
            <pc:docMk/>
            <pc:sldMk cId="0" sldId="266"/>
            <ac:spMk id="2" creationId="{00000000-0000-0000-0000-000000000000}"/>
          </ac:spMkLst>
        </pc:spChg>
        <pc:spChg chg="mod">
          <ac:chgData name="Prajna Mondal" userId="d78537f09c46ab68" providerId="LiveId" clId="{56C0C4A2-45E9-485D-9A46-1A9BAB019A7C}" dt="2025-12-14T17:57:46.248" v="0"/>
          <ac:spMkLst>
            <pc:docMk/>
            <pc:sldMk cId="0" sldId="266"/>
            <ac:spMk id="3" creationId="{00000000-0000-0000-0000-000000000000}"/>
          </ac:spMkLst>
        </pc:spChg>
      </pc:sldChg>
      <pc:sldChg chg="modSp mod modTransition">
        <pc:chgData name="Prajna Mondal" userId="d78537f09c46ab68" providerId="LiveId" clId="{56C0C4A2-45E9-485D-9A46-1A9BAB019A7C}" dt="2025-12-14T18:39:01.380" v="679"/>
        <pc:sldMkLst>
          <pc:docMk/>
          <pc:sldMk cId="0" sldId="267"/>
        </pc:sldMkLst>
        <pc:spChg chg="mod">
          <ac:chgData name="Prajna Mondal" userId="d78537f09c46ab68" providerId="LiveId" clId="{56C0C4A2-45E9-485D-9A46-1A9BAB019A7C}" dt="2025-12-14T18:32:52.163" v="632" actId="2711"/>
          <ac:spMkLst>
            <pc:docMk/>
            <pc:sldMk cId="0" sldId="267"/>
            <ac:spMk id="2" creationId="{00000000-0000-0000-0000-000000000000}"/>
          </ac:spMkLst>
        </pc:spChg>
        <pc:spChg chg="mod">
          <ac:chgData name="Prajna Mondal" userId="d78537f09c46ab68" providerId="LiveId" clId="{56C0C4A2-45E9-485D-9A46-1A9BAB019A7C}" dt="2025-12-14T18:32:58.385" v="634" actId="27636"/>
          <ac:spMkLst>
            <pc:docMk/>
            <pc:sldMk cId="0" sldId="267"/>
            <ac:spMk id="3" creationId="{00000000-0000-0000-0000-000000000000}"/>
          </ac:spMkLst>
        </pc:spChg>
      </pc:sldChg>
      <pc:sldChg chg="addSp modSp new mod modTransition">
        <pc:chgData name="Prajna Mondal" userId="d78537f09c46ab68" providerId="LiveId" clId="{56C0C4A2-45E9-485D-9A46-1A9BAB019A7C}" dt="2025-12-14T18:36:27.547" v="662"/>
        <pc:sldMkLst>
          <pc:docMk/>
          <pc:sldMk cId="2464771195" sldId="268"/>
        </pc:sldMkLst>
        <pc:spChg chg="mod">
          <ac:chgData name="Prajna Mondal" userId="d78537f09c46ab68" providerId="LiveId" clId="{56C0C4A2-45E9-485D-9A46-1A9BAB019A7C}" dt="2025-12-14T18:04:44.494" v="63" actId="2711"/>
          <ac:spMkLst>
            <pc:docMk/>
            <pc:sldMk cId="2464771195" sldId="268"/>
            <ac:spMk id="2" creationId="{513BE238-E367-D042-360D-779C234EBAB8}"/>
          </ac:spMkLst>
        </pc:spChg>
        <pc:spChg chg="mod">
          <ac:chgData name="Prajna Mondal" userId="d78537f09c46ab68" providerId="LiveId" clId="{56C0C4A2-45E9-485D-9A46-1A9BAB019A7C}" dt="2025-12-14T18:05:17.774" v="68" actId="255"/>
          <ac:spMkLst>
            <pc:docMk/>
            <pc:sldMk cId="2464771195" sldId="268"/>
            <ac:spMk id="3" creationId="{42CD8743-0CDA-0840-C6FA-6F5300155E19}"/>
          </ac:spMkLst>
        </pc:spChg>
        <pc:picChg chg="add mod">
          <ac:chgData name="Prajna Mondal" userId="d78537f09c46ab68" providerId="LiveId" clId="{56C0C4A2-45E9-485D-9A46-1A9BAB019A7C}" dt="2025-12-14T18:20:17.023" v="391" actId="14100"/>
          <ac:picMkLst>
            <pc:docMk/>
            <pc:sldMk cId="2464771195" sldId="268"/>
            <ac:picMk id="5122" creationId="{5C7E59FE-54B9-653C-2EB9-CC2D943F4F9F}"/>
          </ac:picMkLst>
        </pc:picChg>
      </pc:sldChg>
      <pc:sldChg chg="addSp modSp new mod modTransition">
        <pc:chgData name="Prajna Mondal" userId="d78537f09c46ab68" providerId="LiveId" clId="{56C0C4A2-45E9-485D-9A46-1A9BAB019A7C}" dt="2025-12-14T18:35:38.198" v="658"/>
        <pc:sldMkLst>
          <pc:docMk/>
          <pc:sldMk cId="267903888" sldId="269"/>
        </pc:sldMkLst>
        <pc:spChg chg="mod">
          <ac:chgData name="Prajna Mondal" userId="d78537f09c46ab68" providerId="LiveId" clId="{56C0C4A2-45E9-485D-9A46-1A9BAB019A7C}" dt="2025-12-14T18:17:04.254" v="373" actId="2711"/>
          <ac:spMkLst>
            <pc:docMk/>
            <pc:sldMk cId="267903888" sldId="269"/>
            <ac:spMk id="2" creationId="{9DF32B5A-2D3B-11BF-8FBB-F0FA92889BB9}"/>
          </ac:spMkLst>
        </pc:spChg>
        <pc:spChg chg="mod">
          <ac:chgData name="Prajna Mondal" userId="d78537f09c46ab68" providerId="LiveId" clId="{56C0C4A2-45E9-485D-9A46-1A9BAB019A7C}" dt="2025-12-14T18:17:37.923" v="377" actId="255"/>
          <ac:spMkLst>
            <pc:docMk/>
            <pc:sldMk cId="267903888" sldId="269"/>
            <ac:spMk id="3" creationId="{BED2F312-BE1B-2E13-6ECD-2DDFE50170F9}"/>
          </ac:spMkLst>
        </pc:spChg>
        <pc:picChg chg="add mod">
          <ac:chgData name="Prajna Mondal" userId="d78537f09c46ab68" providerId="LiveId" clId="{56C0C4A2-45E9-485D-9A46-1A9BAB019A7C}" dt="2025-12-14T18:19:28.623" v="387" actId="14100"/>
          <ac:picMkLst>
            <pc:docMk/>
            <pc:sldMk cId="267903888" sldId="269"/>
            <ac:picMk id="4098" creationId="{123355A6-2756-2B3A-CC8C-FD7F265D6D1D}"/>
          </ac:picMkLst>
        </pc:picChg>
        <pc:picChg chg="add mod">
          <ac:chgData name="Prajna Mondal" userId="d78537f09c46ab68" providerId="LiveId" clId="{56C0C4A2-45E9-485D-9A46-1A9BAB019A7C}" dt="2025-12-14T18:18:53.728" v="384" actId="1076"/>
          <ac:picMkLst>
            <pc:docMk/>
            <pc:sldMk cId="267903888" sldId="269"/>
            <ac:picMk id="4100" creationId="{35FA8541-930A-877C-3540-47C44ED53207}"/>
          </ac:picMkLst>
        </pc:picChg>
        <pc:picChg chg="add mod">
          <ac:chgData name="Prajna Mondal" userId="d78537f09c46ab68" providerId="LiveId" clId="{56C0C4A2-45E9-485D-9A46-1A9BAB019A7C}" dt="2025-12-14T18:19:22.410" v="386" actId="1076"/>
          <ac:picMkLst>
            <pc:docMk/>
            <pc:sldMk cId="267903888" sldId="269"/>
            <ac:picMk id="4102" creationId="{B0928867-DF38-B8C1-B41D-5777EC5B8F30}"/>
          </ac:picMkLst>
        </pc:picChg>
      </pc:sldChg>
      <pc:sldChg chg="addSp delSp modSp new mod modTransition">
        <pc:chgData name="Prajna Mondal" userId="d78537f09c46ab68" providerId="LiveId" clId="{56C0C4A2-45E9-485D-9A46-1A9BAB019A7C}" dt="2025-12-14T18:35:33.269" v="657"/>
        <pc:sldMkLst>
          <pc:docMk/>
          <pc:sldMk cId="3296998157" sldId="270"/>
        </pc:sldMkLst>
        <pc:spChg chg="mod">
          <ac:chgData name="Prajna Mondal" userId="d78537f09c46ab68" providerId="LiveId" clId="{56C0C4A2-45E9-485D-9A46-1A9BAB019A7C}" dt="2025-12-14T18:31:30.905" v="617" actId="2711"/>
          <ac:spMkLst>
            <pc:docMk/>
            <pc:sldMk cId="3296998157" sldId="270"/>
            <ac:spMk id="2" creationId="{1AEBA07C-32A6-624B-B363-2F92C257B9FA}"/>
          </ac:spMkLst>
        </pc:spChg>
        <pc:spChg chg="mod">
          <ac:chgData name="Prajna Mondal" userId="d78537f09c46ab68" providerId="LiveId" clId="{56C0C4A2-45E9-485D-9A46-1A9BAB019A7C}" dt="2025-12-14T18:34:27.310" v="655" actId="27636"/>
          <ac:spMkLst>
            <pc:docMk/>
            <pc:sldMk cId="3296998157" sldId="270"/>
            <ac:spMk id="3" creationId="{F589C7CD-B598-380C-D038-B12DBCABBEF0}"/>
          </ac:spMkLst>
        </pc:spChg>
        <pc:spChg chg="add del mod">
          <ac:chgData name="Prajna Mondal" userId="d78537f09c46ab68" providerId="LiveId" clId="{56C0C4A2-45E9-485D-9A46-1A9BAB019A7C}" dt="2025-12-14T18:33:35.626" v="638" actId="478"/>
          <ac:spMkLst>
            <pc:docMk/>
            <pc:sldMk cId="3296998157" sldId="270"/>
            <ac:spMk id="5" creationId="{89DBCF5E-87F8-146B-9B5B-6E717458473E}"/>
          </ac:spMkLst>
        </pc:spChg>
      </pc:sldChg>
      <pc:sldChg chg="modSp new mod ord modTransition">
        <pc:chgData name="Prajna Mondal" userId="d78537f09c46ab68" providerId="LiveId" clId="{56C0C4A2-45E9-485D-9A46-1A9BAB019A7C}" dt="2025-12-14T18:54:22.480" v="749" actId="120"/>
        <pc:sldMkLst>
          <pc:docMk/>
          <pc:sldMk cId="378512698" sldId="271"/>
        </pc:sldMkLst>
        <pc:spChg chg="mod">
          <ac:chgData name="Prajna Mondal" userId="d78537f09c46ab68" providerId="LiveId" clId="{56C0C4A2-45E9-485D-9A46-1A9BAB019A7C}" dt="2025-12-14T18:48:19.565" v="695" actId="207"/>
          <ac:spMkLst>
            <pc:docMk/>
            <pc:sldMk cId="378512698" sldId="271"/>
            <ac:spMk id="2" creationId="{30C61C87-07E9-FE25-6B39-2E14B0699B3C}"/>
          </ac:spMkLst>
        </pc:spChg>
        <pc:spChg chg="mod">
          <ac:chgData name="Prajna Mondal" userId="d78537f09c46ab68" providerId="LiveId" clId="{56C0C4A2-45E9-485D-9A46-1A9BAB019A7C}" dt="2025-12-14T18:54:22.480" v="749" actId="120"/>
          <ac:spMkLst>
            <pc:docMk/>
            <pc:sldMk cId="378512698" sldId="271"/>
            <ac:spMk id="3" creationId="{93B6F682-0971-2403-513C-BAE280ED6A9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9701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6651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9166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4453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18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7470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8871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6231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8720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3380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5978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181645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4137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9884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1929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39479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0416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12/15/2025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1360605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61C87-07E9-FE25-6B39-2E14B0699B3C}"/>
              </a:ext>
            </a:extLst>
          </p:cNvPr>
          <p:cNvSpPr>
            <a:spLocks noGrp="1"/>
          </p:cNvSpPr>
          <p:nvPr>
            <p:ph type="title"/>
          </p:nvPr>
        </p:nvSpPr>
        <p:spPr>
          <a:xfrm>
            <a:off x="484710" y="452718"/>
            <a:ext cx="8189390" cy="1400530"/>
          </a:xfrm>
        </p:spPr>
        <p:txBody>
          <a:bodyPr/>
          <a:lstStyle/>
          <a:p>
            <a:r>
              <a:rPr lang="en-IN" b="1" dirty="0">
                <a:solidFill>
                  <a:srgbClr val="FFFF00"/>
                </a:solidFill>
                <a:latin typeface="Arial Rounded MT Bold" panose="020F0704030504030204" pitchFamily="34" charset="0"/>
              </a:rPr>
              <a:t>GLOBAL NEXT CONSULTING INDIA PRIVATE LIMITED</a:t>
            </a:r>
            <a:br>
              <a:rPr lang="en-IN" dirty="0"/>
            </a:br>
            <a:endParaRPr lang="en-IN" dirty="0"/>
          </a:p>
        </p:txBody>
      </p:sp>
      <p:sp>
        <p:nvSpPr>
          <p:cNvPr id="3" name="Content Placeholder 2">
            <a:extLst>
              <a:ext uri="{FF2B5EF4-FFF2-40B4-BE49-F238E27FC236}">
                <a16:creationId xmlns:a16="http://schemas.microsoft.com/office/drawing/2014/main" id="{93B6F682-0971-2403-513C-BAE280ED6A94}"/>
              </a:ext>
            </a:extLst>
          </p:cNvPr>
          <p:cNvSpPr>
            <a:spLocks noGrp="1"/>
          </p:cNvSpPr>
          <p:nvPr>
            <p:ph idx="1"/>
          </p:nvPr>
        </p:nvSpPr>
        <p:spPr>
          <a:xfrm>
            <a:off x="317500" y="2052925"/>
            <a:ext cx="8483600" cy="4195481"/>
          </a:xfrm>
        </p:spPr>
        <p:txBody>
          <a:bodyPr/>
          <a:lstStyle/>
          <a:p>
            <a:pPr marL="0" indent="0" algn="ctr">
              <a:buNone/>
            </a:pPr>
            <a:r>
              <a:rPr lang="en-IN" sz="3200" b="1" dirty="0">
                <a:solidFill>
                  <a:srgbClr val="FF0000"/>
                </a:solidFill>
              </a:rPr>
              <a:t>Data Analytics Week-6 Project </a:t>
            </a:r>
            <a:endParaRPr lang="en-IN" sz="3200" dirty="0">
              <a:solidFill>
                <a:srgbClr val="FF0000"/>
              </a:solidFill>
            </a:endParaRPr>
          </a:p>
          <a:p>
            <a:pPr marL="0" indent="0">
              <a:buNone/>
            </a:pPr>
            <a:r>
              <a:rPr lang="en-IN" sz="2800" u="sng" dirty="0">
                <a:solidFill>
                  <a:srgbClr val="FFC000"/>
                </a:solidFill>
              </a:rPr>
              <a:t>Worked by </a:t>
            </a:r>
            <a:r>
              <a:rPr lang="en-IN" sz="2800" dirty="0">
                <a:solidFill>
                  <a:srgbClr val="FFC000"/>
                </a:solidFill>
              </a:rPr>
              <a:t>- </a:t>
            </a:r>
            <a:r>
              <a:rPr lang="en-IN" sz="2800" b="1" dirty="0">
                <a:solidFill>
                  <a:srgbClr val="FFC000"/>
                </a:solidFill>
              </a:rPr>
              <a:t>ROJINA KHATUN &amp; PRAJNA MONDAL </a:t>
            </a:r>
            <a:endParaRPr lang="en-IN" sz="2800" dirty="0">
              <a:solidFill>
                <a:srgbClr val="FFC000"/>
              </a:solidFill>
            </a:endParaRPr>
          </a:p>
          <a:p>
            <a:pPr marL="0" indent="0">
              <a:buNone/>
            </a:pPr>
            <a:r>
              <a:rPr lang="en-IN" sz="2800" u="sng" dirty="0"/>
              <a:t>Project Title</a:t>
            </a:r>
            <a:r>
              <a:rPr lang="en-IN" sz="2800" dirty="0"/>
              <a:t> </a:t>
            </a:r>
            <a:r>
              <a:rPr lang="en-IN" sz="2800" b="1" dirty="0"/>
              <a:t>- Employment Data Analysis and Skill Gap Identification</a:t>
            </a:r>
            <a:endParaRPr lang="en-IN" sz="2800" dirty="0"/>
          </a:p>
          <a:p>
            <a:pPr marL="0" indent="0">
              <a:buNone/>
            </a:pPr>
            <a:endParaRPr lang="en-IN" dirty="0"/>
          </a:p>
        </p:txBody>
      </p:sp>
    </p:spTree>
    <p:extLst>
      <p:ext uri="{BB962C8B-B14F-4D97-AF65-F5344CB8AC3E}">
        <p14:creationId xmlns:p14="http://schemas.microsoft.com/office/powerpoint/2010/main" val="378512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FF0000"/>
                </a:solidFill>
                <a:latin typeface="Algerian" panose="04020705040A02060702" pitchFamily="82" charset="0"/>
              </a:rPr>
              <a:t>Project Objective</a:t>
            </a:r>
          </a:p>
        </p:txBody>
      </p:sp>
      <p:sp>
        <p:nvSpPr>
          <p:cNvPr id="6" name="Content Placeholder 5">
            <a:extLst>
              <a:ext uri="{FF2B5EF4-FFF2-40B4-BE49-F238E27FC236}">
                <a16:creationId xmlns:a16="http://schemas.microsoft.com/office/drawing/2014/main" id="{930AED54-1104-3805-0945-A16171E4B556}"/>
              </a:ext>
            </a:extLst>
          </p:cNvPr>
          <p:cNvSpPr>
            <a:spLocks noGrp="1"/>
          </p:cNvSpPr>
          <p:nvPr>
            <p:ph idx="1"/>
          </p:nvPr>
        </p:nvSpPr>
        <p:spPr/>
        <p:txBody>
          <a:bodyPr>
            <a:normAutofit/>
          </a:bodyPr>
          <a:lstStyle/>
          <a:p>
            <a:pPr marL="0" indent="0">
              <a:buNone/>
            </a:pPr>
            <a:r>
              <a:rPr lang="en-US" sz="3200" b="1" dirty="0"/>
              <a:t>Analyze employment data to identify current and future skill gaps in the workforce.</a:t>
            </a:r>
            <a:endParaRPr lang="en-IN" sz="3200" b="1" dirty="0"/>
          </a:p>
        </p:txBody>
      </p:sp>
      <p:pic>
        <p:nvPicPr>
          <p:cNvPr id="1030" name="Picture 6" descr="Skills Gap Analysis: Statistics ...">
            <a:extLst>
              <a:ext uri="{FF2B5EF4-FFF2-40B4-BE49-F238E27FC236}">
                <a16:creationId xmlns:a16="http://schemas.microsoft.com/office/drawing/2014/main" id="{98F2AD2D-120C-7B75-5ED4-9B85A09E16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222" y="3822700"/>
            <a:ext cx="4894041" cy="2801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BA07C-32A6-624B-B363-2F92C257B9FA}"/>
              </a:ext>
            </a:extLst>
          </p:cNvPr>
          <p:cNvSpPr>
            <a:spLocks noGrp="1"/>
          </p:cNvSpPr>
          <p:nvPr>
            <p:ph type="title"/>
          </p:nvPr>
        </p:nvSpPr>
        <p:spPr/>
        <p:txBody>
          <a:bodyPr/>
          <a:lstStyle/>
          <a:p>
            <a:r>
              <a:rPr lang="en-US" b="1" dirty="0">
                <a:solidFill>
                  <a:srgbClr val="FF0000"/>
                </a:solidFill>
                <a:latin typeface="Algerian" panose="04020705040A02060702" pitchFamily="82" charset="0"/>
              </a:rPr>
              <a:t>Introduction</a:t>
            </a:r>
            <a:endParaRPr lang="en-IN" b="1" dirty="0">
              <a:solidFill>
                <a:srgbClr val="FF0000"/>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F589C7CD-B598-380C-D038-B12DBCABBEF0}"/>
              </a:ext>
            </a:extLst>
          </p:cNvPr>
          <p:cNvSpPr>
            <a:spLocks noGrp="1"/>
          </p:cNvSpPr>
          <p:nvPr>
            <p:ph idx="1"/>
          </p:nvPr>
        </p:nvSpPr>
        <p:spPr>
          <a:xfrm>
            <a:off x="381000" y="1422401"/>
            <a:ext cx="8407400" cy="4982881"/>
          </a:xfrm>
        </p:spPr>
        <p:txBody>
          <a:bodyPr>
            <a:normAutofit/>
          </a:bodyPr>
          <a:lstStyle/>
          <a:p>
            <a:pPr marL="0" indent="0" algn="just">
              <a:buNone/>
            </a:pPr>
            <a:r>
              <a:rPr lang="en-US" dirty="0"/>
              <a:t>In today’s rapidly evolving job market, the demand for skilled professionals is continuously changing due to technological advancements, automation, and shifting industry requirements. As a result, many organizations face difficulties in finding candidates with the right skills, while job seekers often struggle to match current market expectations. This mismatch between job requirements and workforce capabilities leads to skill gaps that affect productivity and economic growth.</a:t>
            </a:r>
          </a:p>
          <a:p>
            <a:pPr marL="0" indent="0" algn="just">
              <a:buNone/>
            </a:pPr>
            <a:r>
              <a:rPr lang="en-US" dirty="0"/>
              <a:t>The </a:t>
            </a:r>
            <a:r>
              <a:rPr lang="en-US" b="1" dirty="0"/>
              <a:t>Employment Data Analysis and Skill Gap Identification</a:t>
            </a:r>
            <a:r>
              <a:rPr lang="en-US" dirty="0"/>
              <a:t> project focuses on analyzing employment-related data to understand these gaps in a structured and data-driven manner. By using employment statistics, job postings, labor market surveys, and training program data, the project aims to identify areas where skill demand exceeds skill supply.</a:t>
            </a:r>
          </a:p>
          <a:p>
            <a:endParaRPr lang="en-IN" dirty="0"/>
          </a:p>
        </p:txBody>
      </p:sp>
    </p:spTree>
    <p:extLst>
      <p:ext uri="{BB962C8B-B14F-4D97-AF65-F5344CB8AC3E}">
        <p14:creationId xmlns:p14="http://schemas.microsoft.com/office/powerpoint/2010/main" val="32969981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2B5A-2D3B-11BF-8FBB-F0FA92889BB9}"/>
              </a:ext>
            </a:extLst>
          </p:cNvPr>
          <p:cNvSpPr>
            <a:spLocks noGrp="1"/>
          </p:cNvSpPr>
          <p:nvPr>
            <p:ph type="title"/>
          </p:nvPr>
        </p:nvSpPr>
        <p:spPr/>
        <p:txBody>
          <a:bodyPr/>
          <a:lstStyle/>
          <a:p>
            <a:r>
              <a:rPr lang="en-US" b="1" dirty="0">
                <a:solidFill>
                  <a:srgbClr val="FF0000"/>
                </a:solidFill>
                <a:latin typeface="Algerian" panose="04020705040A02060702" pitchFamily="82" charset="0"/>
              </a:rPr>
              <a:t>Tools</a:t>
            </a:r>
            <a:endParaRPr lang="en-IN" b="1" dirty="0">
              <a:solidFill>
                <a:srgbClr val="FF0000"/>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BED2F312-BE1B-2E13-6ECD-2DDFE50170F9}"/>
              </a:ext>
            </a:extLst>
          </p:cNvPr>
          <p:cNvSpPr>
            <a:spLocks noGrp="1"/>
          </p:cNvSpPr>
          <p:nvPr>
            <p:ph idx="1"/>
          </p:nvPr>
        </p:nvSpPr>
        <p:spPr/>
        <p:txBody>
          <a:bodyPr>
            <a:normAutofit/>
          </a:bodyPr>
          <a:lstStyle/>
          <a:p>
            <a:r>
              <a:rPr lang="en-US" sz="2400" dirty="0"/>
              <a:t>• Excel for initial data analysis</a:t>
            </a:r>
          </a:p>
          <a:p>
            <a:r>
              <a:rPr lang="en-US" sz="2400" dirty="0"/>
              <a:t>• SQL for querying large datasets</a:t>
            </a:r>
          </a:p>
          <a:p>
            <a:r>
              <a:rPr lang="en-US" sz="2400" dirty="0"/>
              <a:t>• Power BI for dashboarding</a:t>
            </a:r>
            <a:endParaRPr lang="en-IN" sz="2400" dirty="0"/>
          </a:p>
        </p:txBody>
      </p:sp>
      <p:pic>
        <p:nvPicPr>
          <p:cNvPr id="4098" name="Picture 2" descr="Free: SQL logo illustration, Microsoft Azure SQL Database Microsoft SQL  Server, database, blue, text, logo png - nohat.cc">
            <a:extLst>
              <a:ext uri="{FF2B5EF4-FFF2-40B4-BE49-F238E27FC236}">
                <a16:creationId xmlns:a16="http://schemas.microsoft.com/office/drawing/2014/main" id="{123355A6-2756-2B3A-CC8C-FD7F265D6D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6800" y="4993933"/>
            <a:ext cx="3028950" cy="14541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xcel for Microsoft 365 cheat sheet ...">
            <a:extLst>
              <a:ext uri="{FF2B5EF4-FFF2-40B4-BE49-F238E27FC236}">
                <a16:creationId xmlns:a16="http://schemas.microsoft.com/office/drawing/2014/main" id="{35FA8541-930A-877C-3540-47C44ED532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710" y="3848100"/>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ower BI - ATP">
            <a:extLst>
              <a:ext uri="{FF2B5EF4-FFF2-40B4-BE49-F238E27FC236}">
                <a16:creationId xmlns:a16="http://schemas.microsoft.com/office/drawing/2014/main" id="{B0928867-DF38-B8C1-B41D-5777EC5B8F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1792" y="3133725"/>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038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BE238-E367-D042-360D-779C234EBAB8}"/>
              </a:ext>
            </a:extLst>
          </p:cNvPr>
          <p:cNvSpPr>
            <a:spLocks noGrp="1"/>
          </p:cNvSpPr>
          <p:nvPr>
            <p:ph type="title"/>
          </p:nvPr>
        </p:nvSpPr>
        <p:spPr/>
        <p:txBody>
          <a:bodyPr/>
          <a:lstStyle/>
          <a:p>
            <a:r>
              <a:rPr lang="en-US" b="1" dirty="0">
                <a:solidFill>
                  <a:srgbClr val="FF0000"/>
                </a:solidFill>
                <a:latin typeface="Algerian" panose="04020705040A02060702" pitchFamily="82" charset="0"/>
              </a:rPr>
              <a:t>Data Collection</a:t>
            </a:r>
            <a:endParaRPr lang="en-IN" b="1" dirty="0">
              <a:solidFill>
                <a:srgbClr val="FF0000"/>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42CD8743-0CDA-0840-C6FA-6F5300155E19}"/>
              </a:ext>
            </a:extLst>
          </p:cNvPr>
          <p:cNvSpPr>
            <a:spLocks noGrp="1"/>
          </p:cNvSpPr>
          <p:nvPr>
            <p:ph idx="1"/>
          </p:nvPr>
        </p:nvSpPr>
        <p:spPr/>
        <p:txBody>
          <a:bodyPr>
            <a:normAutofit/>
          </a:bodyPr>
          <a:lstStyle/>
          <a:p>
            <a:pPr marL="0" indent="0">
              <a:buNone/>
            </a:pPr>
            <a:r>
              <a:rPr lang="en-US" sz="2400" dirty="0"/>
              <a:t>• Employment and unemployment statistics</a:t>
            </a:r>
          </a:p>
          <a:p>
            <a:pPr marL="0" indent="0">
              <a:buNone/>
            </a:pPr>
            <a:r>
              <a:rPr lang="en-US" sz="2400" dirty="0"/>
              <a:t>• Job postings and labor market surveys</a:t>
            </a:r>
          </a:p>
          <a:p>
            <a:pPr marL="0" indent="0">
              <a:buNone/>
            </a:pPr>
            <a:r>
              <a:rPr lang="en-US" sz="2400" dirty="0"/>
              <a:t>• Training and education program data</a:t>
            </a:r>
            <a:endParaRPr lang="en-IN" sz="2400" dirty="0"/>
          </a:p>
        </p:txBody>
      </p:sp>
      <p:pic>
        <p:nvPicPr>
          <p:cNvPr id="5122" name="Picture 2" descr="Excel Questions and Answers">
            <a:extLst>
              <a:ext uri="{FF2B5EF4-FFF2-40B4-BE49-F238E27FC236}">
                <a16:creationId xmlns:a16="http://schemas.microsoft.com/office/drawing/2014/main" id="{5C7E59FE-54B9-653C-2EB9-CC2D943F4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2301" y="3886201"/>
            <a:ext cx="3884000" cy="2519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7711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Excel – Data Cleaning</a:t>
            </a:r>
            <a:r>
              <a:rPr lang="en-US" b="1" dirty="0">
                <a:solidFill>
                  <a:srgbClr val="FF0000"/>
                </a:solidFill>
                <a:latin typeface="Algerian" panose="04020705040A02060702" pitchFamily="82" charset="0"/>
              </a:rPr>
              <a:t> &amp; Preprocessing</a:t>
            </a:r>
            <a:endParaRPr b="1" dirty="0">
              <a:solidFill>
                <a:srgbClr val="FF0000"/>
              </a:solidFill>
              <a:latin typeface="Algerian" panose="04020705040A02060702" pitchFamily="82" charset="0"/>
            </a:endParaRPr>
          </a:p>
        </p:txBody>
      </p:sp>
      <p:sp>
        <p:nvSpPr>
          <p:cNvPr id="3" name="Content Placeholder 2"/>
          <p:cNvSpPr>
            <a:spLocks noGrp="1"/>
          </p:cNvSpPr>
          <p:nvPr>
            <p:ph idx="1"/>
          </p:nvPr>
        </p:nvSpPr>
        <p:spPr>
          <a:xfrm>
            <a:off x="1638300" y="2641600"/>
            <a:ext cx="5901054" cy="3606806"/>
          </a:xfrm>
        </p:spPr>
        <p:txBody>
          <a:bodyPr>
            <a:normAutofit/>
          </a:bodyPr>
          <a:lstStyle/>
          <a:p>
            <a:pPr marL="0" indent="0">
              <a:buNone/>
            </a:pPr>
            <a:r>
              <a:rPr sz="2400" dirty="0"/>
              <a:t>• Removed duplicates &amp; blanks</a:t>
            </a:r>
          </a:p>
          <a:p>
            <a:pPr marL="0" indent="0">
              <a:buNone/>
            </a:pPr>
            <a:r>
              <a:rPr sz="2400" dirty="0"/>
              <a:t>• </a:t>
            </a:r>
            <a:r>
              <a:rPr sz="2400"/>
              <a:t>Handled outliers</a:t>
            </a:r>
            <a:r>
              <a:rPr lang="en-US" sz="2400"/>
              <a:t> </a:t>
            </a:r>
            <a:endParaRPr sz="2400" dirty="0"/>
          </a:p>
          <a:p>
            <a:pPr marL="0" indent="0">
              <a:buNone/>
            </a:pPr>
            <a:r>
              <a:rPr sz="2400" dirty="0"/>
              <a:t>• Standardized Department, Region, Skills</a:t>
            </a:r>
            <a:endParaRPr lang="en-US" sz="2400" dirty="0"/>
          </a:p>
          <a:p>
            <a:pPr marL="0" indent="0">
              <a:buNone/>
            </a:pPr>
            <a:endParaRPr lang="en-US" sz="2400" dirty="0"/>
          </a:p>
          <a:p>
            <a:pPr marL="0" indent="0">
              <a:buNone/>
            </a:pPr>
            <a:endParaRPr sz="2400"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Excel – Feature Engineering</a:t>
            </a:r>
          </a:p>
        </p:txBody>
      </p:sp>
      <p:sp>
        <p:nvSpPr>
          <p:cNvPr id="3" name="Content Placeholder 2"/>
          <p:cNvSpPr>
            <a:spLocks noGrp="1"/>
          </p:cNvSpPr>
          <p:nvPr>
            <p:ph idx="1"/>
          </p:nvPr>
        </p:nvSpPr>
        <p:spPr/>
        <p:txBody>
          <a:bodyPr>
            <a:normAutofit/>
          </a:bodyPr>
          <a:lstStyle/>
          <a:p>
            <a:r>
              <a:rPr lang="en-US" dirty="0"/>
              <a:t>Years Experience (CATEGORICAL VALUE)</a:t>
            </a:r>
          </a:p>
          <a:p>
            <a:r>
              <a:rPr lang="en-US" dirty="0"/>
              <a:t>Skill score (CATEGORICAL VALUE)</a:t>
            </a:r>
          </a:p>
          <a:p>
            <a:r>
              <a:rPr lang="en-US" dirty="0"/>
              <a:t>Performance Rating(CATEGORICAL VALUE)</a:t>
            </a:r>
          </a:p>
          <a:p>
            <a:r>
              <a:rPr lang="en-US" dirty="0"/>
              <a:t>Start Date(CATEGORICAL VALUE)</a:t>
            </a:r>
          </a:p>
          <a:p>
            <a:r>
              <a:rPr lang="en-US" dirty="0"/>
              <a:t>End Date(CATEGORICAL VALUE)</a:t>
            </a:r>
          </a:p>
          <a:p>
            <a:r>
              <a:rPr lang="en-US" dirty="0"/>
              <a:t>Skill Improvement Score(CATEGORICAL VALUE)</a:t>
            </a:r>
          </a:p>
          <a:p>
            <a:r>
              <a:rPr lang="en-US" dirty="0"/>
              <a:t>Posted Date(CATEGORICAL VALUE)</a:t>
            </a:r>
          </a:p>
          <a:p>
            <a:endParaRPr lang="en-US" dirty="0"/>
          </a:p>
          <a:p>
            <a:endParaRPr lang="en-US" dirty="0"/>
          </a:p>
          <a:p>
            <a:endParaRPr dirty="0"/>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SQL – Data</a:t>
            </a:r>
            <a:r>
              <a:rPr lang="en-US" b="1" dirty="0">
                <a:solidFill>
                  <a:srgbClr val="FF0000"/>
                </a:solidFill>
                <a:latin typeface="Algerian" panose="04020705040A02060702" pitchFamily="82" charset="0"/>
              </a:rPr>
              <a:t> Analysis </a:t>
            </a:r>
            <a:endParaRPr b="1" dirty="0">
              <a:solidFill>
                <a:srgbClr val="FF0000"/>
              </a:solidFill>
              <a:latin typeface="Algerian" panose="04020705040A02060702" pitchFamily="82" charset="0"/>
            </a:endParaRPr>
          </a:p>
        </p:txBody>
      </p:sp>
      <p:sp>
        <p:nvSpPr>
          <p:cNvPr id="3" name="Content Placeholder 2"/>
          <p:cNvSpPr>
            <a:spLocks noGrp="1"/>
          </p:cNvSpPr>
          <p:nvPr>
            <p:ph idx="1"/>
          </p:nvPr>
        </p:nvSpPr>
        <p:spPr>
          <a:xfrm>
            <a:off x="584200" y="1358901"/>
            <a:ext cx="7569200" cy="4292599"/>
          </a:xfrm>
        </p:spPr>
        <p:txBody>
          <a:bodyPr>
            <a:normAutofit fontScale="92500" lnSpcReduction="20000"/>
          </a:bodyPr>
          <a:lstStyle/>
          <a:p>
            <a:pPr marL="457200" indent="-457200">
              <a:buAutoNum type="arabicParenR"/>
            </a:pPr>
            <a:r>
              <a:rPr lang="en-US" dirty="0"/>
              <a:t>Region-wise Employee Count </a:t>
            </a:r>
          </a:p>
          <a:p>
            <a:pPr marL="457200" indent="-457200">
              <a:buAutoNum type="arabicParenR"/>
            </a:pPr>
            <a:r>
              <a:rPr lang="en-US" dirty="0"/>
              <a:t>Department wise Avg(Skill Score) </a:t>
            </a:r>
          </a:p>
          <a:p>
            <a:pPr marL="457200" indent="-457200">
              <a:buAutoNum type="arabicParenR"/>
            </a:pPr>
            <a:r>
              <a:rPr lang="en-US" dirty="0"/>
              <a:t>Job Demand (Vacancy) in Industry </a:t>
            </a:r>
          </a:p>
          <a:p>
            <a:pPr marL="457200" indent="-457200">
              <a:buAutoNum type="arabicParenR"/>
            </a:pPr>
            <a:r>
              <a:rPr lang="en-US" dirty="0"/>
              <a:t>Job Title vs. Employee Skill Score </a:t>
            </a:r>
          </a:p>
          <a:p>
            <a:pPr marL="457200" indent="-457200">
              <a:buAutoNum type="arabicParenR"/>
            </a:pPr>
            <a:r>
              <a:rPr lang="en-US" dirty="0"/>
              <a:t>Training Effectiveness (Skill Improvement Score Average) </a:t>
            </a:r>
          </a:p>
          <a:p>
            <a:pPr marL="457200" indent="-457200">
              <a:buAutoNum type="arabicParenR"/>
            </a:pPr>
            <a:r>
              <a:rPr lang="en-US" dirty="0"/>
              <a:t>Region-wise Job &amp; Employee Availability Comparison </a:t>
            </a:r>
          </a:p>
          <a:p>
            <a:pPr marL="457200" indent="-457200">
              <a:buAutoNum type="arabicParenR"/>
            </a:pPr>
            <a:r>
              <a:rPr lang="en-US" dirty="0"/>
              <a:t>Which Employees Are Underqualified for their Job </a:t>
            </a:r>
          </a:p>
          <a:p>
            <a:pPr marL="457200" indent="-457200">
              <a:buAutoNum type="arabicParenR"/>
            </a:pPr>
            <a:r>
              <a:rPr lang="en-US" dirty="0"/>
              <a:t>Employee Salary vs Job Salary Range Mismatch </a:t>
            </a:r>
          </a:p>
          <a:p>
            <a:pPr marL="457200" indent="-457200">
              <a:buAutoNum type="arabicParenR"/>
            </a:pPr>
            <a:r>
              <a:rPr lang="en-US" dirty="0"/>
              <a:t>Most Popular Training Programs (Highest Enrollments) </a:t>
            </a:r>
          </a:p>
          <a:p>
            <a:pPr marL="457200" indent="-457200">
              <a:buAutoNum type="arabicParenR"/>
            </a:pPr>
            <a:r>
              <a:rPr lang="en-US" dirty="0"/>
              <a:t>Industry-wise Average Experience </a:t>
            </a:r>
          </a:p>
          <a:p>
            <a:pPr marL="457200" indent="-457200">
              <a:buAutoNum type="arabicParenR"/>
            </a:pPr>
            <a:r>
              <a:rPr lang="en-US" dirty="0"/>
              <a:t>openings(vacancy) vs skill </a:t>
            </a:r>
          </a:p>
          <a:p>
            <a:pPr marL="457200" indent="-457200">
              <a:buAutoNum type="arabicParenR"/>
            </a:pPr>
            <a:r>
              <a:rPr lang="en-US" dirty="0"/>
              <a:t>High demand but low supply sector </a:t>
            </a:r>
            <a:endParaRPr dirty="0"/>
          </a:p>
        </p:txBody>
      </p:sp>
      <p:pic>
        <p:nvPicPr>
          <p:cNvPr id="3074" name="Picture 2" descr="Azure SQL Database Logo Vector Image ...">
            <a:extLst>
              <a:ext uri="{FF2B5EF4-FFF2-40B4-BE49-F238E27FC236}">
                <a16:creationId xmlns:a16="http://schemas.microsoft.com/office/drawing/2014/main" id="{8E0578A6-4FBE-1AD6-F0D8-34C1C677D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2825" y="4727575"/>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SQL </a:t>
            </a:r>
            <a:r>
              <a:rPr lang="en-US" b="1" dirty="0">
                <a:solidFill>
                  <a:srgbClr val="FF0000"/>
                </a:solidFill>
                <a:latin typeface="Algerian" panose="04020705040A02060702" pitchFamily="82" charset="0"/>
              </a:rPr>
              <a:t>- </a:t>
            </a:r>
            <a:r>
              <a:rPr b="1" dirty="0">
                <a:solidFill>
                  <a:srgbClr val="FF0000"/>
                </a:solidFill>
                <a:latin typeface="Algerian" panose="04020705040A02060702" pitchFamily="82" charset="0"/>
              </a:rPr>
              <a:t>Queries Used</a:t>
            </a:r>
          </a:p>
        </p:txBody>
      </p:sp>
      <p:sp>
        <p:nvSpPr>
          <p:cNvPr id="3" name="Content Placeholder 2"/>
          <p:cNvSpPr>
            <a:spLocks noGrp="1"/>
          </p:cNvSpPr>
          <p:nvPr>
            <p:ph idx="1"/>
          </p:nvPr>
        </p:nvSpPr>
        <p:spPr/>
        <p:txBody>
          <a:bodyPr/>
          <a:lstStyle/>
          <a:p>
            <a:r>
              <a:rPr dirty="0"/>
              <a:t>• GROUP BY Department, Region</a:t>
            </a:r>
          </a:p>
          <a:p>
            <a:r>
              <a:rPr dirty="0"/>
              <a:t>• AVG(Skill Score)</a:t>
            </a:r>
          </a:p>
          <a:p>
            <a:r>
              <a:rPr dirty="0"/>
              <a:t>• SUM(Vacancies)</a:t>
            </a:r>
          </a:p>
          <a:p>
            <a:r>
              <a:rPr dirty="0"/>
              <a:t>• Demand vs Supply comparison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Power BI – Data Modeling</a:t>
            </a:r>
          </a:p>
        </p:txBody>
      </p:sp>
      <p:sp>
        <p:nvSpPr>
          <p:cNvPr id="3" name="Content Placeholder 2"/>
          <p:cNvSpPr>
            <a:spLocks noGrp="1"/>
          </p:cNvSpPr>
          <p:nvPr>
            <p:ph idx="1"/>
          </p:nvPr>
        </p:nvSpPr>
        <p:spPr>
          <a:xfrm>
            <a:off x="4673600" y="2052925"/>
            <a:ext cx="3784600" cy="4195481"/>
          </a:xfrm>
        </p:spPr>
        <p:txBody>
          <a:bodyPr/>
          <a:lstStyle/>
          <a:p>
            <a:r>
              <a:rPr dirty="0"/>
              <a:t>• Imported ETL file</a:t>
            </a:r>
          </a:p>
          <a:p>
            <a:r>
              <a:rPr dirty="0"/>
              <a:t>• Created relationships</a:t>
            </a:r>
          </a:p>
          <a:p>
            <a:r>
              <a:rPr dirty="0"/>
              <a:t>• Built measures (DAX)</a:t>
            </a:r>
          </a:p>
        </p:txBody>
      </p:sp>
      <p:pic>
        <p:nvPicPr>
          <p:cNvPr id="6146" name="Picture 2" descr="Power BI - Introduction - GeeksforGeeks">
            <a:extLst>
              <a:ext uri="{FF2B5EF4-FFF2-40B4-BE49-F238E27FC236}">
                <a16:creationId xmlns:a16="http://schemas.microsoft.com/office/drawing/2014/main" id="{A020FEB5-7B84-B7D5-150E-9F2573616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779496"/>
            <a:ext cx="5514975" cy="2757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Power BI Dashboard – Key Analysis</a:t>
            </a:r>
          </a:p>
        </p:txBody>
      </p:sp>
      <p:sp>
        <p:nvSpPr>
          <p:cNvPr id="3" name="Content Placeholder 2"/>
          <p:cNvSpPr>
            <a:spLocks noGrp="1"/>
          </p:cNvSpPr>
          <p:nvPr>
            <p:ph idx="1"/>
          </p:nvPr>
        </p:nvSpPr>
        <p:spPr/>
        <p:txBody>
          <a:bodyPr/>
          <a:lstStyle/>
          <a:p>
            <a:r>
              <a:rPr lang="en-US" dirty="0"/>
              <a:t>Training Effectiveness</a:t>
            </a:r>
          </a:p>
          <a:p>
            <a:r>
              <a:rPr lang="en-US" dirty="0"/>
              <a:t>High Demand vs Low supply</a:t>
            </a:r>
          </a:p>
          <a:p>
            <a:r>
              <a:rPr lang="en-US" dirty="0"/>
              <a:t>Vacancy in Industry</a:t>
            </a:r>
          </a:p>
          <a:p>
            <a:r>
              <a:rPr lang="en-US" dirty="0"/>
              <a:t>Vacancy and Availability of Employees</a:t>
            </a:r>
          </a:p>
          <a:p>
            <a:r>
              <a:rPr lang="en-US" dirty="0"/>
              <a:t>Vacancy vs Skill Score</a:t>
            </a:r>
          </a:p>
          <a:p>
            <a:endParaRPr dirty="0"/>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Algerian" panose="04020705040A02060702" pitchFamily="82" charset="0"/>
              </a:rPr>
              <a:t>Power Bi - </a:t>
            </a:r>
            <a:r>
              <a:rPr b="1" dirty="0">
                <a:solidFill>
                  <a:srgbClr val="FF0000"/>
                </a:solidFill>
                <a:latin typeface="Algerian" panose="04020705040A02060702" pitchFamily="82" charset="0"/>
              </a:rPr>
              <a:t>Visuals Used</a:t>
            </a:r>
          </a:p>
        </p:txBody>
      </p:sp>
      <p:sp>
        <p:nvSpPr>
          <p:cNvPr id="3" name="Content Placeholder 2"/>
          <p:cNvSpPr>
            <a:spLocks noGrp="1"/>
          </p:cNvSpPr>
          <p:nvPr>
            <p:ph idx="1"/>
          </p:nvPr>
        </p:nvSpPr>
        <p:spPr/>
        <p:txBody>
          <a:bodyPr/>
          <a:lstStyle/>
          <a:p>
            <a:r>
              <a:rPr dirty="0"/>
              <a:t>Line Chart</a:t>
            </a:r>
          </a:p>
          <a:p>
            <a:r>
              <a:rPr dirty="0"/>
              <a:t>Bar Chart</a:t>
            </a:r>
          </a:p>
          <a:p>
            <a:r>
              <a:rPr dirty="0"/>
              <a:t>Scatter Plot</a:t>
            </a:r>
            <a:endParaRPr lang="en-US" dirty="0"/>
          </a:p>
          <a:p>
            <a:r>
              <a:rPr lang="en-IN" dirty="0"/>
              <a:t>KPI</a:t>
            </a:r>
          </a:p>
          <a:p>
            <a:r>
              <a:rPr lang="en-IN" dirty="0"/>
              <a:t>Slicers</a:t>
            </a:r>
            <a:endParaRPr dirty="0"/>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Insights</a:t>
            </a:r>
          </a:p>
        </p:txBody>
      </p:sp>
      <p:sp>
        <p:nvSpPr>
          <p:cNvPr id="3" name="Content Placeholder 2"/>
          <p:cNvSpPr>
            <a:spLocks noGrp="1"/>
          </p:cNvSpPr>
          <p:nvPr>
            <p:ph idx="1"/>
          </p:nvPr>
        </p:nvSpPr>
        <p:spPr/>
        <p:txBody>
          <a:bodyPr/>
          <a:lstStyle/>
          <a:p>
            <a:r>
              <a:rPr dirty="0"/>
              <a:t>• Some departments show high vacancies but low skill scores</a:t>
            </a:r>
          </a:p>
          <a:p>
            <a:r>
              <a:rPr dirty="0"/>
              <a:t>• Regional imbalance in workforce</a:t>
            </a:r>
          </a:p>
          <a:p>
            <a:r>
              <a:rPr dirty="0"/>
              <a:t>• Training improves skill score but unevenly</a:t>
            </a:r>
          </a:p>
        </p:txBody>
      </p:sp>
    </p:spTree>
  </p:cSld>
  <p:clrMapOvr>
    <a:masterClrMapping/>
  </p:clrMapOvr>
  <p:transition spd="slow">
    <p:comb/>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Recommendations</a:t>
            </a:r>
          </a:p>
        </p:txBody>
      </p:sp>
      <p:sp>
        <p:nvSpPr>
          <p:cNvPr id="3" name="Content Placeholder 2"/>
          <p:cNvSpPr>
            <a:spLocks noGrp="1"/>
          </p:cNvSpPr>
          <p:nvPr>
            <p:ph idx="1"/>
          </p:nvPr>
        </p:nvSpPr>
        <p:spPr/>
        <p:txBody>
          <a:bodyPr/>
          <a:lstStyle/>
          <a:p>
            <a:r>
              <a:t>• Targeted upskilling programs</a:t>
            </a:r>
          </a:p>
          <a:p>
            <a:r>
              <a:t>• Industry-aligned training</a:t>
            </a:r>
          </a:p>
          <a:p>
            <a:r>
              <a:t>• Region-specific hiring plans</a:t>
            </a:r>
          </a:p>
        </p:txBody>
      </p:sp>
    </p:spTree>
  </p:cSld>
  <p:clrMapOvr>
    <a:masterClrMapping/>
  </p:clrMapOvr>
  <p:transition spd="slow">
    <p:comb/>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0000"/>
                </a:solidFill>
                <a:latin typeface="Algerian" panose="04020705040A02060702" pitchFamily="82" charset="0"/>
              </a:rPr>
              <a:t>Conclusion</a:t>
            </a:r>
          </a:p>
        </p:txBody>
      </p:sp>
      <p:sp>
        <p:nvSpPr>
          <p:cNvPr id="3" name="Content Placeholder 2"/>
          <p:cNvSpPr>
            <a:spLocks noGrp="1"/>
          </p:cNvSpPr>
          <p:nvPr>
            <p:ph idx="1"/>
          </p:nvPr>
        </p:nvSpPr>
        <p:spPr>
          <a:xfrm>
            <a:off x="279400" y="1447801"/>
            <a:ext cx="8379890" cy="4800606"/>
          </a:xfrm>
        </p:spPr>
        <p:txBody>
          <a:bodyPr>
            <a:normAutofit/>
          </a:bodyPr>
          <a:lstStyle/>
          <a:p>
            <a:pPr marL="0" indent="0" algn="just">
              <a:buNone/>
            </a:pPr>
            <a:r>
              <a:rPr lang="en-US" dirty="0"/>
              <a:t>This project successfully demonstrates how employment data analysis can be used to identify existing and emerging skill gaps in the workforce. By analyzing employment statistics, job postings, and training program data, the study highlights the mismatch between industry skill demand and workforce skill availability.</a:t>
            </a:r>
          </a:p>
          <a:p>
            <a:pPr marL="0" indent="0" algn="just">
              <a:buNone/>
            </a:pPr>
            <a:r>
              <a:rPr lang="en-US" dirty="0"/>
              <a:t>The use of Excel and SQL enabled effective data cleaning, preprocessing, and analysis, while Power BI provided meaningful visualizations through interactive dashboards. These dashboards make it easier for stakeholders to understand trends, regional differences, and sector-wise skill shortages.</a:t>
            </a:r>
          </a:p>
          <a:p>
            <a:pPr marL="0" indent="0" algn="just">
              <a:buNone/>
            </a:pPr>
            <a:r>
              <a:rPr lang="en-US" dirty="0"/>
              <a:t>Overall, this project proves that data-driven insights can play a crucial role in aligning education and training systems with labor market needs, supporting informed decision-making for policymakers, educators, and employers.</a:t>
            </a:r>
          </a:p>
          <a:p>
            <a:pPr marL="0" indent="0">
              <a:buNone/>
            </a:pPr>
            <a:endParaRPr dirty="0"/>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178</TotalTime>
  <Words>606</Words>
  <Application>Microsoft Office PowerPoint</Application>
  <PresentationFormat>On-screen Show (4:3)</PresentationFormat>
  <Paragraphs>76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Algerian</vt:lpstr>
      <vt:lpstr>Arial Rounded MT Bold</vt:lpstr>
      <vt:lpstr>Century Gothic</vt:lpstr>
      <vt:lpstr>Wingdings 3</vt:lpstr>
      <vt:lpstr>Ion</vt:lpstr>
      <vt:lpstr>GLOBAL NEXT CONSULTING INDIA PRIVATE LIMITED </vt:lpstr>
      <vt:lpstr>Project Objective</vt:lpstr>
      <vt:lpstr>Introduction</vt:lpstr>
      <vt:lpstr>Tools</vt:lpstr>
      <vt:lpstr>Data Collection</vt:lpstr>
      <vt:lpstr>Excel – Data Cleaning &amp; Preprocessing</vt:lpstr>
      <vt:lpstr>Excel – Feature Engineering</vt:lpstr>
      <vt:lpstr>SQL – Data Analysis </vt:lpstr>
      <vt:lpstr>SQL - Queries Used</vt:lpstr>
      <vt:lpstr>Power BI – Data Modeling</vt:lpstr>
      <vt:lpstr>Power BI Dashboard – Key Analysis</vt:lpstr>
      <vt:lpstr>Power Bi - Visuals Used</vt:lpstr>
      <vt:lpstr>Insights</vt:lpstr>
      <vt:lpstr>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prajna</dc:creator>
  <cp:keywords/>
  <dc:description>generated using python-pptx</dc:description>
  <cp:lastModifiedBy>Prajna Mondal</cp:lastModifiedBy>
  <cp:revision>1</cp:revision>
  <dcterms:created xsi:type="dcterms:W3CDTF">2013-01-27T09:14:16Z</dcterms:created>
  <dcterms:modified xsi:type="dcterms:W3CDTF">2025-12-15T11:53:00Z</dcterms:modified>
  <cp:category/>
</cp:coreProperties>
</file>